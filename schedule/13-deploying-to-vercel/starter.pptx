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2 · 3:35 – 4:30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Deploying to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From local to live — environment config and common gotchas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Deploying to Vercel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