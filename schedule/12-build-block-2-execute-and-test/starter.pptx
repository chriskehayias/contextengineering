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2 · 1:45 – 3:15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Build Block 2 — Execute &amp;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Implement features, iterate, and validate against the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Build Block 2 — Execute &amp;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