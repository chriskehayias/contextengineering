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2 · 10:00 – 10:30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Next.js with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Scaffolding, project-level context, and the first few prompts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Next.js with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