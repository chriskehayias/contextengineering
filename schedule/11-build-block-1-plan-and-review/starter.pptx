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685800"/>
            <a:ext cx="2286000" cy="679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65176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39425"/>
                </a:solidFill>
                <a:latin typeface="Calibri"/>
              </a:rPr>
              <a:t>DAY 2 · 10:45 AM – 12:30 PM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289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1A1A1A"/>
                </a:solidFill>
                <a:latin typeface="Calibri"/>
              </a:rPr>
              <a:t>Build Block 1 — Plan &amp;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480560"/>
            <a:ext cx="944849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6B6B"/>
                </a:solidFill>
                <a:latin typeface="Calibri"/>
              </a:rPr>
              <a:t>Requirements, architecture, and data model before you write code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Calibri"/>
              </a:rPr>
              <a:t>AI Context Engineering Workshop  ·  Peoria, IL  ·  May 7–8,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it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384241" cy="411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2743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Build Block 1 — Plan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2960"/>
            <a:ext cx="12191695" cy="73152"/>
          </a:xfrm>
          <a:prstGeom prst="rect">
            <a:avLst/>
          </a:prstGeom>
          <a:solidFill>
            <a:srgbClr val="F394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[ Section title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one — speaker fills in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two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Key point three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6B6B6B"/>
                </a:solidFill>
                <a:latin typeface="Calibri"/>
              </a:rPr>
              <a:t>•  Supporting detail or example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19672"/>
            <a:ext cx="1127729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Calibri"/>
              </a:rPr>
              <a:t>AI Context Engineering Workshop  ·  May 7–8,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