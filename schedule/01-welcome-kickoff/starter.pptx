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1 · 9:00 – 9:30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Welcome &amp;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Day 1 · Orientation, goals, and the setup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Welcome &amp; Kickoff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