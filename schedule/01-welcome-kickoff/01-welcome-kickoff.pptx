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8" r:id="rId10"/>
    <p:sldId id="263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90" d="100"/>
          <a:sy n="190" d="100"/>
        </p:scale>
        <p:origin x="168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quickly. The big block is setup check — that's where the room either gets unstuck or gets stuck for the day. If you only protect one item, protect that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 before 10:00 AM.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WE'LL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Outline · 30 minutes.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5420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0116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Welcome,  prayer, Devo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88575" y="2011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906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560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in the room / why this matters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88575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931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108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demo — two days in three minutes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88575" y="3108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8795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— bathrooms, breaks, food, baseball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88575" y="3657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min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73659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206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Goals for the two days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88575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2852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4754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— live walk through prerequisites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88575" y="4754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min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8338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5303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71600" y="5303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088575" y="53035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medium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Game's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1144</Words>
  <Application>Microsoft Office PowerPoint</Application>
  <PresentationFormat>Widescreen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5</cp:revision>
  <dcterms:created xsi:type="dcterms:W3CDTF">2026-05-04T19:30:29Z</dcterms:created>
  <dcterms:modified xsi:type="dcterms:W3CDTF">2026-05-05T09:11:29Z</dcterms:modified>
</cp:coreProperties>
</file>