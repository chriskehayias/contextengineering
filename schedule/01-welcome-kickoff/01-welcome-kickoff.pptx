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7" r:id="rId2"/>
    <p:sldId id="256" r:id="rId3"/>
    <p:sldId id="268" r:id="rId4"/>
    <p:sldId id="257" r:id="rId5"/>
    <p:sldId id="258" r:id="rId6"/>
    <p:sldId id="262" r:id="rId7"/>
    <p:sldId id="270" r:id="rId8"/>
    <p:sldId id="271" r:id="rId9"/>
    <p:sldId id="269" r:id="rId10"/>
    <p:sldId id="260" r:id="rId11"/>
    <p:sldId id="261" r:id="rId12"/>
    <p:sldId id="263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>
          <a:extLst>
            <a:ext uri="{FF2B5EF4-FFF2-40B4-BE49-F238E27FC236}">
              <a16:creationId xmlns:a16="http://schemas.microsoft.com/office/drawing/2014/main" id="{5190F50A-D733-F175-49C7-E9940194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>
            <a:extLst>
              <a:ext uri="{FF2B5EF4-FFF2-40B4-BE49-F238E27FC236}">
                <a16:creationId xmlns:a16="http://schemas.microsoft.com/office/drawing/2014/main" id="{6A9A0D4C-FF4D-7010-BC0D-72E2588C0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>
            <a:extLst>
              <a:ext uri="{FF2B5EF4-FFF2-40B4-BE49-F238E27FC236}">
                <a16:creationId xmlns:a16="http://schemas.microsoft.com/office/drawing/2014/main" id="{4897D832-5050-09A3-8709-2978C19BD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>
            <a:extLst>
              <a:ext uri="{FF2B5EF4-FFF2-40B4-BE49-F238E27FC236}">
                <a16:creationId xmlns:a16="http://schemas.microsoft.com/office/drawing/2014/main" id="{50AB0520-937B-664B-D02E-F527E404A9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0900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A967-15FA-A8B6-660D-210A657AE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32D9E4-AB4E-DAB3-D52D-8ED2E571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0B4BB-2118-7858-2720-A052EE337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59F79-7012-ADD2-19F3-0C6CB0CFD3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086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>
          <a:extLst>
            <a:ext uri="{FF2B5EF4-FFF2-40B4-BE49-F238E27FC236}">
              <a16:creationId xmlns:a16="http://schemas.microsoft.com/office/drawing/2014/main" id="{3FBB4FA3-DAA4-BB59-BF63-483EBEBED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>
            <a:extLst>
              <a:ext uri="{FF2B5EF4-FFF2-40B4-BE49-F238E27FC236}">
                <a16:creationId xmlns:a16="http://schemas.microsoft.com/office/drawing/2014/main" id="{70FD4460-DC8A-47C9-283A-D0E3C103D3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>
            <a:extLst>
              <a:ext uri="{FF2B5EF4-FFF2-40B4-BE49-F238E27FC236}">
                <a16:creationId xmlns:a16="http://schemas.microsoft.com/office/drawing/2014/main" id="{37813064-7850-6180-F587-B2E70DF92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>
            <a:extLst>
              <a:ext uri="{FF2B5EF4-FFF2-40B4-BE49-F238E27FC236}">
                <a16:creationId xmlns:a16="http://schemas.microsoft.com/office/drawing/2014/main" id="{3D9D3C68-CDEF-E64A-7A2B-9430CF88CE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983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 dirty="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HOST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 dirty="0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Jason Lee</a:t>
            </a:r>
            <a:endParaRPr sz="4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 dirty="0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Digital Innovation Pastor – Northwoods Church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C49CD5C-954A-3A79-9CA2-56CDAE2AB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78" y="1966118"/>
            <a:ext cx="4193521" cy="4193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10:15 · 75 min lunch at 12:30 · 20 min snack break at 3:30.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12:30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is at 7.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6:30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>
          <a:extLst>
            <a:ext uri="{FF2B5EF4-FFF2-40B4-BE49-F238E27FC236}">
              <a16:creationId xmlns:a16="http://schemas.microsoft.com/office/drawing/2014/main" id="{ABB0E90E-2383-D0E9-EBFC-5061CC15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>
            <a:extLst>
              <a:ext uri="{FF2B5EF4-FFF2-40B4-BE49-F238E27FC236}">
                <a16:creationId xmlns:a16="http://schemas.microsoft.com/office/drawing/2014/main" id="{7BA25ACF-C658-DF7C-ED1E-BBAA36C10159}"/>
              </a:ext>
            </a:extLst>
          </p:cNvPr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>
            <a:extLst>
              <a:ext uri="{FF2B5EF4-FFF2-40B4-BE49-F238E27FC236}">
                <a16:creationId xmlns:a16="http://schemas.microsoft.com/office/drawing/2014/main" id="{2A95754E-D88B-CF34-E6B1-5F39C8D841A7}"/>
              </a:ext>
            </a:extLst>
          </p:cNvPr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 dirty="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DEVO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>
            <a:extLst>
              <a:ext uri="{FF2B5EF4-FFF2-40B4-BE49-F238E27FC236}">
                <a16:creationId xmlns:a16="http://schemas.microsoft.com/office/drawing/2014/main" id="{AC20D631-434B-4FE9-7883-0B1F9D570371}"/>
              </a:ext>
            </a:extLst>
          </p:cNvPr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 dirty="0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Dean Lisenby</a:t>
            </a:r>
            <a:endParaRPr sz="4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>
            <a:extLst>
              <a:ext uri="{FF2B5EF4-FFF2-40B4-BE49-F238E27FC236}">
                <a16:creationId xmlns:a16="http://schemas.microsoft.com/office/drawing/2014/main" id="{D021A6F7-FE30-CCFB-F999-A5E5D9F7EF9F}"/>
              </a:ext>
            </a:extLst>
          </p:cNvPr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 dirty="0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Chief Ventures Officer – ACS Technologies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C27C622-A44C-35C3-83EF-42A88112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048" y="1882834"/>
            <a:ext cx="4375904" cy="437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23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C94E1-AC68-4FE9-8849-0180E2E7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21AD94F-065F-44F9-1E3A-9EBD1B5E7304}"/>
              </a:ext>
            </a:extLst>
          </p:cNvPr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6332B8-A1C9-F5BE-8CCB-572D8EF3860E}"/>
              </a:ext>
            </a:extLst>
          </p:cNvPr>
          <p:cNvSpPr/>
          <p:nvPr/>
        </p:nvSpPr>
        <p:spPr>
          <a:xfrm>
            <a:off x="1066800" y="32232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 Time</a:t>
            </a:r>
            <a:endParaRPr lang="en-US" sz="7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2F7ECB8-2F7E-061F-B195-DAF5CF5B0140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E2F5D56-2E92-FEA4-31F8-DDBE222DA723}"/>
              </a:ext>
            </a:extLst>
          </p:cNvPr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46459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>
          <a:extLst>
            <a:ext uri="{FF2B5EF4-FFF2-40B4-BE49-F238E27FC236}">
              <a16:creationId xmlns:a16="http://schemas.microsoft.com/office/drawing/2014/main" id="{7BD51D6D-860B-D6CF-C1FB-0096B3DEA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>
            <a:extLst>
              <a:ext uri="{FF2B5EF4-FFF2-40B4-BE49-F238E27FC236}">
                <a16:creationId xmlns:a16="http://schemas.microsoft.com/office/drawing/2014/main" id="{AFE46911-16ED-3E2F-A860-FB5DE3AE0104}"/>
              </a:ext>
            </a:extLst>
          </p:cNvPr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Avatar">
            <a:extLst>
              <a:ext uri="{FF2B5EF4-FFF2-40B4-BE49-F238E27FC236}">
                <a16:creationId xmlns:a16="http://schemas.microsoft.com/office/drawing/2014/main" id="{6AABFAE7-D801-61F7-E1DA-61872A2591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3600" y="2006600"/>
            <a:ext cx="4114800" cy="4114800"/>
          </a:xfrm>
          <a:prstGeom prst="roundRect">
            <a:avLst>
              <a:gd name="adj" fmla="val 2778"/>
            </a:avLst>
          </a:prstGeom>
          <a:ln>
            <a:noFill/>
          </a:ln>
        </p:spPr>
      </p:pic>
      <p:sp>
        <p:nvSpPr>
          <p:cNvPr id="30" name="Google Shape;30;p2">
            <a:extLst>
              <a:ext uri="{FF2B5EF4-FFF2-40B4-BE49-F238E27FC236}">
                <a16:creationId xmlns:a16="http://schemas.microsoft.com/office/drawing/2014/main" id="{88E70E76-1354-5FC6-B4D7-49B25025B626}"/>
              </a:ext>
            </a:extLst>
          </p:cNvPr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>
            <a:extLst>
              <a:ext uri="{FF2B5EF4-FFF2-40B4-BE49-F238E27FC236}">
                <a16:creationId xmlns:a16="http://schemas.microsoft.com/office/drawing/2014/main" id="{0F24CAB3-3AB1-2E86-4350-09ABF06D13D3}"/>
              </a:ext>
            </a:extLst>
          </p:cNvPr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Chris Kehayias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>
            <a:extLst>
              <a:ext uri="{FF2B5EF4-FFF2-40B4-BE49-F238E27FC236}">
                <a16:creationId xmlns:a16="http://schemas.microsoft.com/office/drawing/2014/main" id="{1C1B2404-8597-C0CA-48A0-11A219C0EA8C}"/>
              </a:ext>
            </a:extLst>
          </p:cNvPr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SVP, AI &amp; INNOVATION – ACS Technologies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718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Claude Code Adventure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code &amp; commit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– ship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or missing – turn your name plate vertical.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1177</Words>
  <Application>Microsoft Macintosh PowerPoint</Application>
  <PresentationFormat>Widescreen</PresentationFormat>
  <Paragraphs>147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9</cp:revision>
  <dcterms:created xsi:type="dcterms:W3CDTF">2026-05-04T19:30:29Z</dcterms:created>
  <dcterms:modified xsi:type="dcterms:W3CDTF">2026-05-07T13:14:10Z</dcterms:modified>
</cp:coreProperties>
</file>