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8" r:id="rId10"/>
    <p:sldId id="263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quickly. The big block is setup check — that's where the room either gets unstuck or gets stuck for the day. If you only protect one item, protect that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WE'LL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Outline · 30 minutes.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5420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0116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Welcome,  prayer, Devo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88575" y="2011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906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560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in the room / why this matters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88575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931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108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demo — two days in three minutes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88575" y="3108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18795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 — bathrooms, breaks, food, baseball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88575" y="3657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73659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2062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Goals for the two days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88575" y="4206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min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28523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48640" y="5833872"/>
            <a:ext cx="11094415" cy="0"/>
          </a:xfrm>
          <a:prstGeom prst="line">
            <a:avLst/>
          </a:prstGeom>
          <a:noFill/>
          <a:ln w="9525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Claude Code Adventure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is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1129</Words>
  <Application>Microsoft Macintosh PowerPoint</Application>
  <PresentationFormat>Widescreen</PresentationFormat>
  <Paragraphs>152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6</cp:revision>
  <dcterms:created xsi:type="dcterms:W3CDTF">2026-05-04T19:30:29Z</dcterms:created>
  <dcterms:modified xsi:type="dcterms:W3CDTF">2026-05-06T12:36:01Z</dcterms:modified>
</cp:coreProperties>
</file>