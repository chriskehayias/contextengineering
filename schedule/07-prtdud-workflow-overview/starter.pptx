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1 · 3:50 – 4:20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The PRTDUD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Plan · Review · Test · Debug · Update · Deploy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The PRTDUD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