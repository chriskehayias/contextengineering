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2:45 – 3:30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Claude Code for the Non-Developer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Getting real work done without being a 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Claude Code for the Non-Developer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