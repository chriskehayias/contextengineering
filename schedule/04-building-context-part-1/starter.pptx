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11:30 AM – 12:30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Building the Context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CLAUDE.md, requirements docs, and writing for an LLM audience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Building the Context — 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