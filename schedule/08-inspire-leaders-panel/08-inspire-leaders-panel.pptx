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CITN·AI · WORKSHOP ·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F6C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Inspire Leaders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Innovation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talking to leaders right before lunch — what actually moves the needle back home.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pPr indent="0" marL="0">
              <a:buNone/>
            </a:pPr>
            <a:r>
              <a:rPr lang="en-US" sz="1100" spc="4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FORMAT</a:t>
            </a:r>
            <a:pPr indent="0" marL="0">
              <a:buNone/>
            </a:pPr>
            <a:r>
              <a:rPr lang="en-US" sz="1100" spc="4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 JASON LEE &amp; MATT PUGH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CITN·AI · Day 1 · 11:00–11:45 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24248" y="64830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</a:t>
            </a:r>
            <a:endParaRPr lang="en-US" sz="900" dirty="0"/>
          </a:p>
        </p:txBody>
      </p:sp>
      <p:pic>
        <p:nvPicPr>
          <p:cNvPr id="11" name="Image 0" descr="glo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128" y="651052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88456" y="6446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76895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Inspire Leaders Panel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Panel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Lee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Pugh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502920" cy="50292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Lisenby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816352"/>
            <a:ext cx="502920" cy="50292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Hill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529584"/>
            <a:ext cx="502920" cy="50292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Kehayias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4242816"/>
            <a:ext cx="502920" cy="502920"/>
          </a:xfrm>
          <a:prstGeom prst="ellipse">
            <a:avLst/>
          </a:prstGeom>
          <a:solidFill>
            <a:srgbClr val="E6EAF3"/>
          </a:solidFill>
          <a:ln w="12700">
            <a:solidFill>
              <a:srgbClr val="E6EA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4535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956048"/>
            <a:ext cx="502920" cy="502920"/>
          </a:xfrm>
          <a:prstGeom prst="ellipse">
            <a:avLst/>
          </a:prstGeom>
          <a:solidFill>
            <a:srgbClr val="E6EAF3"/>
          </a:solidFill>
          <a:ln w="12700">
            <a:solidFill>
              <a:srgbClr val="E6EA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4974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5248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2160" y="1828800"/>
            <a:ext cx="0" cy="4114800"/>
          </a:xfrm>
          <a:prstGeom prst="line">
            <a:avLst/>
          </a:prstGeom>
          <a:noFill/>
          <a:ln w="12700">
            <a:solidFill>
              <a:srgbClr val="E6EA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leave with one thing they'll do Monday and one thing they'll stop doing.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CITN·AI · Day 1 · 11:00–11:45 AM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24248" y="64830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</a:t>
            </a:r>
            <a:endParaRPr lang="en-US" sz="900" dirty="0"/>
          </a:p>
        </p:txBody>
      </p:sp>
      <p:pic>
        <p:nvPicPr>
          <p:cNvPr id="41" name="Image 0" descr="glo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128" y="6510528"/>
            <a:ext cx="292608" cy="29260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388456" y="6446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Gloo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076895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Inspire Leaders Panel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minutes, four moves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822960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83080" y="2075688"/>
            <a:ext cx="1005840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075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Panelist Intros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each. Name, org, the AI thing they're closest to right now.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088136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88920"/>
            <a:ext cx="73152" cy="822960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1783080" y="3035808"/>
            <a:ext cx="1005840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3035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880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Questions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26080" y="3246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4–5 of the question bank — leave room for follow-ups.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1088136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49040"/>
            <a:ext cx="73152" cy="822960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947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783080" y="3995928"/>
            <a:ext cx="1005840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3995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8404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Q&amp;A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926080" y="4206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2 questions during the morning break to break the silence.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09160"/>
            <a:ext cx="73152" cy="822960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754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1783080" y="4956048"/>
            <a:ext cx="1005840" cy="329184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49560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48006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Charge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926080" y="51663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lunch with the energy of "tomorrow you'll build it."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CITN·AI · Day 1 · 11:00–11:45 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24248" y="64830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</a:t>
            </a:r>
            <a:endParaRPr lang="en-US" sz="900" dirty="0"/>
          </a:p>
        </p:txBody>
      </p:sp>
      <p:pic>
        <p:nvPicPr>
          <p:cNvPr id="36" name="Image 0" descr="glo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128" y="6510528"/>
            <a:ext cx="292608" cy="29260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388456" y="6446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Gloo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076895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Inspire Leaders Panel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4–5. Don't try to cover them all.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0352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128016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you start? First AI tool you actually adopted — and why that one?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30352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07792"/>
            <a:ext cx="128016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failed? An AI initiative that didn't land, and what you learned.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30352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67912"/>
            <a:ext cx="128016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67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get a volunteer-heavy team on board with new tooling?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530352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828032"/>
            <a:ext cx="128016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28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SKEPTICISM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tell a real blocker from "we already tried that"?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783080"/>
            <a:ext cx="530352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947672"/>
            <a:ext cx="128016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justify a Claude subscription or API spend to a board?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743200"/>
            <a:ext cx="530352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907792"/>
            <a:ext cx="128016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AI not belong in ministry tech? Where have you drawn a line?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703320"/>
            <a:ext cx="5303520" cy="822960"/>
          </a:xfrm>
          <a:prstGeom prst="rect">
            <a:avLst/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867912"/>
            <a:ext cx="128016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867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leader does exactly one thing Monday morning, what should it be?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4663440"/>
            <a:ext cx="5303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NOTE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panelists from "we should think about" to "a decision we made this month."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CITN·AI · Day 1 · 11:00–11:45 AM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24248" y="64830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</a:t>
            </a:r>
            <a:endParaRPr lang="en-US" sz="900" dirty="0"/>
          </a:p>
        </p:txBody>
      </p:sp>
      <p:pic>
        <p:nvPicPr>
          <p:cNvPr id="38" name="Image 0" descr="glo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128" y="6510528"/>
            <a:ext cx="292608" cy="29260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388456" y="6446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Gloo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076895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4A5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Inspire Leaders Panel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C414"/>
          </a:solidFill>
          <a:ln w="12700">
            <a:solidFill>
              <a:srgbClr val="F6C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CHARGE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questions to walk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the door with.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5349240" cy="1828800"/>
          </a:xfrm>
          <a:prstGeom prst="rect">
            <a:avLst/>
          </a:prstGeom>
          <a:solidFill>
            <a:srgbClr val="0A1228"/>
          </a:solidFill>
          <a:ln w="25400">
            <a:solidFill>
              <a:srgbClr val="F6C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I'LL START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morning.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concrete. Not "explore AI" — a tool, a workflow, a meeting on the calendar.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3931920"/>
            <a:ext cx="5349240" cy="1828800"/>
          </a:xfrm>
          <a:prstGeom prst="rect">
            <a:avLst/>
          </a:prstGeom>
          <a:solidFill>
            <a:srgbClr val="0A1228"/>
          </a:solidFill>
          <a:ln w="25400">
            <a:solidFill>
              <a:srgbClr val="F6C4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6C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I'LL STOP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4526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immediately.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workflow, a meeting, a habit that's blocking the team from learning the new thing.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CITN·AI · Day 1 · 11:00–11:45 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24248" y="64830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</a:t>
            </a:r>
            <a:endParaRPr lang="en-US" sz="900" dirty="0"/>
          </a:p>
        </p:txBody>
      </p:sp>
      <p:pic>
        <p:nvPicPr>
          <p:cNvPr id="16" name="Image 0" descr="glo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128" y="6510528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88456" y="6446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76895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Inspire Leaders Panel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Leaders to Innovation — Panel</dc:title>
  <dc:subject>PptxGenJS Presentation</dc:subject>
  <dc:creator>ACST · CITN·AI</dc:creator>
  <cp:lastModifiedBy>ACST · CITN·AI</cp:lastModifiedBy>
  <cp:revision>1</cp:revision>
  <dcterms:created xsi:type="dcterms:W3CDTF">2026-05-05T09:46:32Z</dcterms:created>
  <dcterms:modified xsi:type="dcterms:W3CDTF">2026-05-05T09:46:32Z</dcterms:modified>
</cp:coreProperties>
</file>