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1 · 4:20 – 5:00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Inspire Leaders to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Audience-wide panel and closing conversation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Inspire Leaders to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