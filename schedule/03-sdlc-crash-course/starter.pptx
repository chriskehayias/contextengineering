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10:30 – 11:30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SDLC Crash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Git, VS Code, and the terminal — just enough to participate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SDLC Crash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