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2 · 4:30 – 5:00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Show &amp; Tell ·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Share what you built, Q&amp;A, and where to go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Show &amp; Tell · 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