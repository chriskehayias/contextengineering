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39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685800"/>
            <a:ext cx="2286000" cy="6795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5176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39425"/>
                </a:solidFill>
                <a:latin typeface="Calibri"/>
              </a:rPr>
              <a:t>DAY 2 · 9:00 – 10:00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1A1A1A"/>
                </a:solidFill>
                <a:latin typeface="Calibri"/>
              </a:rPr>
              <a:t>Day 2 Kickoff &amp; Choosing Your Medium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60"/>
            <a:ext cx="9448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6B6B6B"/>
                </a:solidFill>
                <a:latin typeface="Calibri"/>
              </a:rPr>
              <a:t>Pick your project; what “done” looks like by 5 PM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AI Context Engineering Workshop  ·  Peoria, IL  ·  May 7–8,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384241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274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Day 2 Kickoff &amp; Choosing Your Medium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39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[ Section title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one — speaker fills in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two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three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Supporting detail or example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112772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Calibri"/>
              </a:rPr>
              <a:t>AI Context Engineering Workshop  ·  May 7–8,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