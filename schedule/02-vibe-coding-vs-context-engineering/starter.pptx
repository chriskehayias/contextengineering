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685800"/>
            <a:ext cx="2286000" cy="679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5176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39425"/>
                </a:solidFill>
                <a:latin typeface="Calibri"/>
              </a:rPr>
              <a:t>DAY 1 · 9:30 – 10:15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Calibri"/>
              </a:rPr>
              <a:t>Vibe Coding vs. Context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9448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6B6B6B"/>
                </a:solidFill>
                <a:latin typeface="Calibri"/>
              </a:rPr>
              <a:t>Why the difference matters and what “good” looks like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AI Context Engineering Workshop  ·  Peoria, IL  ·  May 7–8,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384241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274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Vibe Coding vs. Context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[ Section title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one — speaker fills in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two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three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Supporting detail or 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112772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AI Context Engineering Workshop  ·  May 7–8,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